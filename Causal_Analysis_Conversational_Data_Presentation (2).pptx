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Causal Analysis &amp; Interactive Reasoning Over Conversational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Problem: Outcome events (escalation, refund, complaints) are labeled but causes are hidden.</a:t>
            </a:r>
          </a:p>
          <a:p>
            <a:pPr/>
            <a:r>
              <a:t>• Existing systems detect events but do not explain why they occurred.</a:t>
            </a:r>
          </a:p>
          <a:p>
            <a:pPr/>
            <a:r>
              <a:t>• Goal: Identify dialogue-level causal factors linked to outcome events.</a:t>
            </a:r>
          </a:p>
          <a:p>
            <a:pPr/>
            <a:r>
              <a:t>• Provide interpretable, evidence-grounded explanations.</a:t>
            </a:r>
          </a:p>
          <a:p>
            <a:pPr/>
            <a:r>
              <a:t>• Enable interactive multi-turn analytical exploration.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Input: Multi-turn conversational transcripts (speaker, turn order, timestamps).</a:t>
            </a:r>
          </a:p>
          <a:p>
            <a:pPr/>
            <a:r>
              <a:t>• Event Labels: Escalations, refunds, complaints, etc.</a:t>
            </a:r>
          </a:p>
          <a:p>
            <a:pPr/>
            <a:r>
              <a:t>• Pipeline Components:</a:t>
            </a:r>
          </a:p>
          <a:p>
            <a:pPr/>
            <a:r>
              <a:t>   - Data Preprocessing &amp; Cleaning</a:t>
            </a:r>
          </a:p>
          <a:p>
            <a:pPr/>
            <a:r>
              <a:t>   - Feature &amp; Pattern Extraction</a:t>
            </a:r>
          </a:p>
          <a:p>
            <a:pPr/>
            <a:r>
              <a:t>   - Causal Inference Engine</a:t>
            </a:r>
          </a:p>
          <a:p>
            <a:pPr/>
            <a:r>
              <a:t>   - Evidence Retrieval Module</a:t>
            </a:r>
          </a:p>
          <a:p>
            <a:pPr/>
            <a:r>
              <a:t>   - Interactive Query Handler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 – Query-Driven Causal Explanation with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Accept natural language analytical query.</a:t>
            </a:r>
          </a:p>
          <a:p>
            <a:pPr/>
            <a:r>
              <a:t>• Retrieve conversations linked to selected outcome event.</a:t>
            </a:r>
          </a:p>
          <a:p>
            <a:pPr/>
            <a:r>
              <a:t>• Identify dialogue-level causal factors (e.g., sentiment shift, repetition, delays).</a:t>
            </a:r>
          </a:p>
          <a:p>
            <a:pPr/>
            <a:r>
              <a:t>• Extract supporting dialogue spans with Call IDs.</a:t>
            </a:r>
          </a:p>
          <a:p>
            <a:pPr/>
            <a:r>
              <a:t>• Generate structured explanation:</a:t>
            </a:r>
          </a:p>
          <a:p>
            <a:pPr/>
            <a:r>
              <a:t>   - Outcome Event</a:t>
            </a:r>
          </a:p>
          <a:p>
            <a:pPr/>
            <a:r>
              <a:t>   - Causal Factors</a:t>
            </a:r>
          </a:p>
          <a:p>
            <a:pPr/>
            <a:r>
              <a:t>   - Supporting Evidence</a:t>
            </a:r>
          </a:p>
          <a:p>
            <a:pPr/>
            <a:r>
              <a:t>   - Reasoning Chain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 – Multi-Turn Context-Aware Query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Maintain deterministic conversation state across queries.</a:t>
            </a:r>
          </a:p>
          <a:p>
            <a:pPr/>
            <a:r>
              <a:t>• Store previously discussed events, factors, and evidence IDs.</a:t>
            </a:r>
          </a:p>
          <a:p>
            <a:pPr/>
            <a:r>
              <a:t>• Interpret follow-up questions contextually.</a:t>
            </a:r>
          </a:p>
          <a:p>
            <a:pPr/>
            <a:r>
              <a:t>• Ensure consistency in causal reasoning.</a:t>
            </a:r>
          </a:p>
          <a:p>
            <a:pPr/>
            <a:r>
              <a:t>• Ground all responses in same dataset and evidence framework.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 &amp; Implementation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Programming: Python</a:t>
            </a:r>
          </a:p>
          <a:p>
            <a:pPr/>
            <a:r>
              <a:t>• NLP Models: Transformer-based LLM + Sentence Embeddings</a:t>
            </a:r>
          </a:p>
          <a:p>
            <a:pPr/>
            <a:r>
              <a:t>• Causal Modeling: Propensity Scoring / Causal Graphs / DoWhy</a:t>
            </a:r>
          </a:p>
          <a:p>
            <a:pPr/>
            <a:r>
              <a:t>• Retrieval: Vector Database (FAISS / ChromaDB)</a:t>
            </a:r>
          </a:p>
          <a:p>
            <a:pPr/>
            <a:r>
              <a:t>• Backend: FastAPI / Flask</a:t>
            </a:r>
          </a:p>
          <a:p>
            <a:pPr/>
            <a:r>
              <a:t>• Evaluation Metrics: ID Recall, Faithfulness, Relevancy</a:t>
            </a:r>
          </a:p>
          <a:p>
            <a:pPr/>
            <a:r>
              <a:t>• Output: Structured JSON + Interactive Dashboard Interface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