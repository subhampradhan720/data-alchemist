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37F976-414C-4F82-8B53-AA60E245EAB7}" v="1" dt="2026-02-06T09:50:44.2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104" y="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ham pradhan" userId="61d3be7298e9cfb0" providerId="LiveId" clId="{408FEC56-7652-433B-823D-CCB62297F6F2}"/>
    <pc:docChg chg="custSel modSld">
      <pc:chgData name="subham pradhan" userId="61d3be7298e9cfb0" providerId="LiveId" clId="{408FEC56-7652-433B-823D-CCB62297F6F2}" dt="2026-02-06T09:50:44.371" v="26" actId="27636"/>
      <pc:docMkLst>
        <pc:docMk/>
      </pc:docMkLst>
      <pc:sldChg chg="modSp mod">
        <pc:chgData name="subham pradhan" userId="61d3be7298e9cfb0" providerId="LiveId" clId="{408FEC56-7652-433B-823D-CCB62297F6F2}" dt="2026-02-06T09:50:44.339" v="22" actId="27636"/>
        <pc:sldMkLst>
          <pc:docMk/>
          <pc:sldMk cId="0" sldId="256"/>
        </pc:sldMkLst>
        <pc:spChg chg="mod">
          <ac:chgData name="subham pradhan" userId="61d3be7298e9cfb0" providerId="LiveId" clId="{408FEC56-7652-433B-823D-CCB62297F6F2}" dt="2026-02-06T09:50:44.324" v="21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ubham pradhan" userId="61d3be7298e9cfb0" providerId="LiveId" clId="{408FEC56-7652-433B-823D-CCB62297F6F2}" dt="2026-02-06T09:50:44.339" v="22" actId="2763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ubham pradhan" userId="61d3be7298e9cfb0" providerId="LiveId" clId="{408FEC56-7652-433B-823D-CCB62297F6F2}" dt="2026-02-06T09:50:44.371" v="23" actId="27636"/>
        <pc:sldMkLst>
          <pc:docMk/>
          <pc:sldMk cId="0" sldId="257"/>
        </pc:sldMkLst>
        <pc:spChg chg="mod">
          <ac:chgData name="subham pradhan" userId="61d3be7298e9cfb0" providerId="LiveId" clId="{408FEC56-7652-433B-823D-CCB62297F6F2}" dt="2026-02-06T09:50:44.261" v="20"/>
          <ac:spMkLst>
            <pc:docMk/>
            <pc:sldMk cId="0" sldId="257"/>
            <ac:spMk id="2" creationId="{00000000-0000-0000-0000-000000000000}"/>
          </ac:spMkLst>
        </pc:spChg>
        <pc:spChg chg="mod">
          <ac:chgData name="subham pradhan" userId="61d3be7298e9cfb0" providerId="LiveId" clId="{408FEC56-7652-433B-823D-CCB62297F6F2}" dt="2026-02-06T09:50:44.371" v="23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ubham pradhan" userId="61d3be7298e9cfb0" providerId="LiveId" clId="{408FEC56-7652-433B-823D-CCB62297F6F2}" dt="2026-02-06T09:50:44.371" v="24" actId="27636"/>
        <pc:sldMkLst>
          <pc:docMk/>
          <pc:sldMk cId="0" sldId="258"/>
        </pc:sldMkLst>
        <pc:spChg chg="mod">
          <ac:chgData name="subham pradhan" userId="61d3be7298e9cfb0" providerId="LiveId" clId="{408FEC56-7652-433B-823D-CCB62297F6F2}" dt="2026-02-06T09:50:44.261" v="20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bham pradhan" userId="61d3be7298e9cfb0" providerId="LiveId" clId="{408FEC56-7652-433B-823D-CCB62297F6F2}" dt="2026-02-06T09:50:44.371" v="24" actId="2763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ubham pradhan" userId="61d3be7298e9cfb0" providerId="LiveId" clId="{408FEC56-7652-433B-823D-CCB62297F6F2}" dt="2026-02-06T09:50:44.371" v="25" actId="27636"/>
        <pc:sldMkLst>
          <pc:docMk/>
          <pc:sldMk cId="0" sldId="259"/>
        </pc:sldMkLst>
        <pc:spChg chg="mod">
          <ac:chgData name="subham pradhan" userId="61d3be7298e9cfb0" providerId="LiveId" clId="{408FEC56-7652-433B-823D-CCB62297F6F2}" dt="2026-02-06T09:50:44.261" v="20"/>
          <ac:spMkLst>
            <pc:docMk/>
            <pc:sldMk cId="0" sldId="259"/>
            <ac:spMk id="2" creationId="{00000000-0000-0000-0000-000000000000}"/>
          </ac:spMkLst>
        </pc:spChg>
        <pc:spChg chg="mod">
          <ac:chgData name="subham pradhan" userId="61d3be7298e9cfb0" providerId="LiveId" clId="{408FEC56-7652-433B-823D-CCB62297F6F2}" dt="2026-02-06T09:50:44.371" v="25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subham pradhan" userId="61d3be7298e9cfb0" providerId="LiveId" clId="{408FEC56-7652-433B-823D-CCB62297F6F2}" dt="2026-02-06T09:50:44.371" v="26" actId="27636"/>
        <pc:sldMkLst>
          <pc:docMk/>
          <pc:sldMk cId="0" sldId="260"/>
        </pc:sldMkLst>
        <pc:spChg chg="mod">
          <ac:chgData name="subham pradhan" userId="61d3be7298e9cfb0" providerId="LiveId" clId="{408FEC56-7652-433B-823D-CCB62297F6F2}" dt="2026-02-06T09:50:44.261" v="20"/>
          <ac:spMkLst>
            <pc:docMk/>
            <pc:sldMk cId="0" sldId="260"/>
            <ac:spMk id="2" creationId="{00000000-0000-0000-0000-000000000000}"/>
          </ac:spMkLst>
        </pc:spChg>
        <pc:spChg chg="mod">
          <ac:chgData name="subham pradhan" userId="61d3be7298e9cfb0" providerId="LiveId" clId="{408FEC56-7652-433B-823D-CCB62297F6F2}" dt="2026-02-06T09:50:44.371" v="26" actId="27636"/>
          <ac:spMkLst>
            <pc:docMk/>
            <pc:sldMk cId="0" sldId="26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19310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62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643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5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8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7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9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64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06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8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25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52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68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49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71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832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95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5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81484"/>
          </a:xfrm>
        </p:spPr>
        <p:txBody>
          <a:bodyPr>
            <a:normAutofit/>
          </a:bodyPr>
          <a:lstStyle/>
          <a:p>
            <a:r>
              <a:rPr dirty="0"/>
              <a:t>Causal Analysis &amp; Interactive Reasoning Over Conversational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3268"/>
            <a:ext cx="8229600" cy="4476509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• Problem: Outcome events (escalation, refund, complaints) are labeled but causes are hidden.</a:t>
            </a:r>
          </a:p>
          <a:p>
            <a:r>
              <a:rPr dirty="0"/>
              <a:t>• Existing systems detect events but do not explain why they occurred.</a:t>
            </a:r>
          </a:p>
          <a:p>
            <a:r>
              <a:rPr dirty="0"/>
              <a:t>• Goal: Identify dialogue-level causal factors linked to outcome events.</a:t>
            </a:r>
          </a:p>
          <a:p>
            <a:r>
              <a:rPr dirty="0"/>
              <a:t>• Provide interpretable, evidence-grounded explanations.</a:t>
            </a:r>
          </a:p>
          <a:p>
            <a:r>
              <a:rPr dirty="0"/>
              <a:t>• Enable interactive multi-turn analytical exploration.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dirty="0"/>
          </a:p>
          <a:p>
            <a:r>
              <a:rPr dirty="0"/>
              <a:t>• Input: Multi-turn conversational transcripts (speaker, turn order, timestamps).</a:t>
            </a:r>
          </a:p>
          <a:p>
            <a:r>
              <a:rPr dirty="0"/>
              <a:t>• Event Labels: Escalations, refunds, complaints, etc.</a:t>
            </a:r>
          </a:p>
          <a:p>
            <a:r>
              <a:rPr dirty="0"/>
              <a:t>• Pipeline Components:</a:t>
            </a:r>
          </a:p>
          <a:p>
            <a:r>
              <a:rPr dirty="0"/>
              <a:t>   - Data Preprocessing &amp; Cleaning</a:t>
            </a:r>
          </a:p>
          <a:p>
            <a:r>
              <a:rPr dirty="0"/>
              <a:t>   - Feature &amp; Pattern Extraction</a:t>
            </a:r>
          </a:p>
          <a:p>
            <a:r>
              <a:rPr dirty="0"/>
              <a:t>   - Causal Inference Engine</a:t>
            </a:r>
          </a:p>
          <a:p>
            <a:r>
              <a:rPr dirty="0"/>
              <a:t>   - Evidence Retrieval Module</a:t>
            </a:r>
          </a:p>
          <a:p>
            <a:r>
              <a:rPr dirty="0"/>
              <a:t>   - Interactive Query Handler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 – Query-Driven Causal Explanation with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2716"/>
            <a:ext cx="8229600" cy="4291314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dirty="0"/>
              <a:t>• Accept natural language analytical query.</a:t>
            </a:r>
          </a:p>
          <a:p>
            <a:r>
              <a:rPr dirty="0"/>
              <a:t>• Retrieve conversations linked to selected outcome event.</a:t>
            </a:r>
          </a:p>
          <a:p>
            <a:r>
              <a:rPr dirty="0"/>
              <a:t>• Identify dialogue-level causal factors (e.g., sentiment shift, repetition, delays).</a:t>
            </a:r>
          </a:p>
          <a:p>
            <a:r>
              <a:rPr dirty="0"/>
              <a:t>• Extract supporting dialogue spans with Call IDs.</a:t>
            </a:r>
          </a:p>
          <a:p>
            <a:r>
              <a:rPr dirty="0"/>
              <a:t>• Generate structured explanation:</a:t>
            </a:r>
          </a:p>
          <a:p>
            <a:r>
              <a:rPr dirty="0"/>
              <a:t>   - Outcome Event</a:t>
            </a:r>
          </a:p>
          <a:p>
            <a:r>
              <a:rPr dirty="0"/>
              <a:t>   - Causal Factors</a:t>
            </a:r>
          </a:p>
          <a:p>
            <a:r>
              <a:rPr dirty="0"/>
              <a:t>   - Supporting Evidence</a:t>
            </a:r>
          </a:p>
          <a:p>
            <a:r>
              <a:rPr dirty="0"/>
              <a:t>   - Reasoning Chain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 – Multi-Turn Context-Aware Query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059820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• Maintain deterministic conversation state across queries.</a:t>
            </a:r>
          </a:p>
          <a:p>
            <a:r>
              <a:rPr dirty="0"/>
              <a:t>• Store previously discussed events, factors, and evidence IDs.</a:t>
            </a:r>
          </a:p>
          <a:p>
            <a:r>
              <a:rPr dirty="0"/>
              <a:t>• Interpret follow-up questions contextually.</a:t>
            </a:r>
          </a:p>
          <a:p>
            <a:r>
              <a:rPr dirty="0"/>
              <a:t>• Ensure consistency in causal reasoning.</a:t>
            </a:r>
          </a:p>
          <a:p>
            <a:r>
              <a:rPr dirty="0"/>
              <a:t>• Ground all responses in same dataset and evidence framework.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96428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• Programming: Python</a:t>
            </a:r>
          </a:p>
          <a:p>
            <a:r>
              <a:rPr dirty="0"/>
              <a:t>• NLP Models: Transformer-based LLM + Sentence Embeddings</a:t>
            </a:r>
          </a:p>
          <a:p>
            <a:r>
              <a:rPr dirty="0"/>
              <a:t>• Causal Modeling: Propensity Scoring / Causal Graphs / </a:t>
            </a:r>
            <a:r>
              <a:rPr dirty="0" err="1"/>
              <a:t>DoWhy</a:t>
            </a:r>
            <a:endParaRPr dirty="0"/>
          </a:p>
          <a:p>
            <a:r>
              <a:rPr dirty="0"/>
              <a:t>• Retrieval: Vector Database (FAISS / </a:t>
            </a:r>
            <a:r>
              <a:rPr dirty="0" err="1"/>
              <a:t>ChromaDB</a:t>
            </a:r>
            <a:r>
              <a:rPr dirty="0"/>
              <a:t>)</a:t>
            </a:r>
          </a:p>
          <a:p>
            <a:r>
              <a:rPr dirty="0"/>
              <a:t>• Backend: </a:t>
            </a:r>
            <a:r>
              <a:rPr dirty="0" err="1"/>
              <a:t>FastAPI</a:t>
            </a:r>
            <a:r>
              <a:rPr dirty="0"/>
              <a:t> / Flask</a:t>
            </a:r>
          </a:p>
          <a:p>
            <a:r>
              <a:rPr dirty="0"/>
              <a:t>• Evaluation Metrics: ID Recall, Faithfulness, Relevancy</a:t>
            </a:r>
          </a:p>
          <a:p>
            <a:r>
              <a:rPr dirty="0"/>
              <a:t>• Output: Structured JSON + Interactive Dashboard Interface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47</TotalTime>
  <Words>312</Words>
  <Application>Microsoft Office PowerPoint</Application>
  <PresentationFormat>On-screen Show (4:3)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Corbel</vt:lpstr>
      <vt:lpstr>Parallax</vt:lpstr>
      <vt:lpstr>Causal Analysis &amp; Interactive Reasoning Over Conversational Data</vt:lpstr>
      <vt:lpstr>System Architecture Overview</vt:lpstr>
      <vt:lpstr>Task 1 – Query-Driven Causal Explanation with Evidence</vt:lpstr>
      <vt:lpstr>Task 2 – Multi-Turn Context-Aware Query Handling</vt:lpstr>
      <vt:lpstr>Tech Stack &amp; Implementation Strategy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subham pradhan</cp:lastModifiedBy>
  <cp:revision>1</cp:revision>
  <dcterms:created xsi:type="dcterms:W3CDTF">2013-01-27T09:14:16Z</dcterms:created>
  <dcterms:modified xsi:type="dcterms:W3CDTF">2026-02-06T09:50:51Z</dcterms:modified>
  <cp:category/>
</cp:coreProperties>
</file>